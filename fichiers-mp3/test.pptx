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478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29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3113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0483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8173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475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76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822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656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955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937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370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5069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1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mtClean="0"/>
              <a:t>TEST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841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</TotalTime>
  <Words>1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Retrospect</vt:lpstr>
      <vt:lpstr>TEST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test</dc:subject>
  <dc:creator>test</dc:creator>
  <cp:lastModifiedBy>TALENTA</cp:lastModifiedBy>
  <cp:revision>18</cp:revision>
  <dcterms:created xsi:type="dcterms:W3CDTF">2026-03-31T06:32:32Z</dcterms:created>
  <dcterms:modified xsi:type="dcterms:W3CDTF">2026-07-01T07:19:47Z</dcterms:modified>
</cp:coreProperties>
</file>